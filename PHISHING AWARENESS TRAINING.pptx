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47" d="100"/>
          <a:sy n="47" d="100"/>
        </p:scale>
        <p:origin x="53" y="73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support@paypa1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PHISHING AWARENESS TRAINING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199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988556"/>
            <a:ext cx="7658101" cy="4689830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What is phishing?</a:t>
            </a:r>
          </a:p>
          <a:p>
            <a:r>
              <a:rPr lang="en-US" dirty="0"/>
              <a:t>Types of phishing</a:t>
            </a:r>
          </a:p>
          <a:p>
            <a:r>
              <a:rPr lang="en-US" dirty="0"/>
              <a:t>How to Recognize Phishing</a:t>
            </a:r>
          </a:p>
          <a:p>
            <a:r>
              <a:rPr lang="en-US" dirty="0"/>
              <a:t>Real World Example</a:t>
            </a:r>
          </a:p>
          <a:p>
            <a:r>
              <a:rPr lang="en-US" dirty="0"/>
              <a:t>Social Engineering Tactics</a:t>
            </a:r>
          </a:p>
          <a:p>
            <a:r>
              <a:rPr lang="en-US" dirty="0"/>
              <a:t>Best Practices to Stay Safe</a:t>
            </a:r>
          </a:p>
          <a:p>
            <a:r>
              <a:rPr lang="en-US" dirty="0"/>
              <a:t>Quiz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058" y="1486033"/>
            <a:ext cx="7053942" cy="848820"/>
          </a:xfrm>
        </p:spPr>
        <p:txBody>
          <a:bodyPr/>
          <a:lstStyle/>
          <a:p>
            <a:r>
              <a:rPr lang="en-US" sz="2800" dirty="0"/>
              <a:t>Phishing awareness training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A90813-3BD0-6946-DC98-9A0F9BEC176A}"/>
              </a:ext>
            </a:extLst>
          </p:cNvPr>
          <p:cNvSpPr txBox="1"/>
          <p:nvPr/>
        </p:nvSpPr>
        <p:spPr>
          <a:xfrm>
            <a:off x="4931229" y="2967335"/>
            <a:ext cx="6629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Understanding and Preventing Phishing Attacks</a:t>
            </a:r>
          </a:p>
          <a:p>
            <a:endParaRPr lang="en-IN" sz="3200" dirty="0">
              <a:solidFill>
                <a:schemeClr val="accent6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r>
              <a:rPr lang="en-IN" sz="3200" dirty="0">
                <a:latin typeface="Bahnschrift Condensed" panose="020B0502040204020203" pitchFamily="34" charset="0"/>
              </a:rPr>
              <a:t>Name: Anupriya R</a:t>
            </a:r>
          </a:p>
          <a:p>
            <a:r>
              <a:rPr lang="en-IN" sz="3200" dirty="0">
                <a:latin typeface="Bahnschrift Condensed" panose="020B0502040204020203" pitchFamily="34" charset="0"/>
              </a:rPr>
              <a:t>Internship: CodeAlpha Cybersecurity Internship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11893"/>
            <a:ext cx="5388430" cy="743378"/>
          </a:xfrm>
        </p:spPr>
        <p:txBody>
          <a:bodyPr/>
          <a:lstStyle/>
          <a:p>
            <a:r>
              <a:rPr lang="en-US" dirty="0"/>
              <a:t>What is Phishing?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45024"/>
            <a:ext cx="5259554" cy="4601083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Phishing is a cyber attack where criminals pretend to be trusted sources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Goal is to steal passwords, bank details or personal information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Done via fake emails, websites or messages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One of the most common cyber attacks in the world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Types of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4" y="2303029"/>
            <a:ext cx="7965461" cy="40977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📧 Email Phishing — Fake emails from banks or companies</a:t>
            </a:r>
          </a:p>
          <a:p>
            <a:pPr marL="0" indent="0">
              <a:buNone/>
            </a:pPr>
            <a:r>
              <a:rPr lang="en-US" sz="2800" dirty="0"/>
              <a:t>📱 Smishing — Phishing via SMS/text messages</a:t>
            </a:r>
          </a:p>
          <a:p>
            <a:pPr marL="0" indent="0">
              <a:buNone/>
            </a:pPr>
            <a:r>
              <a:rPr lang="en-US" sz="2800" dirty="0"/>
              <a:t>📞 Vishing — Phishing via phone calls</a:t>
            </a:r>
          </a:p>
          <a:p>
            <a:pPr marL="0" indent="0">
              <a:buNone/>
            </a:pPr>
            <a:r>
              <a:rPr lang="en-US" sz="2800" dirty="0"/>
              <a:t>🎯 Spear Phishing — Targeted attack on a specific person</a:t>
            </a:r>
          </a:p>
          <a:p>
            <a:pPr marL="0" indent="0">
              <a:buNone/>
            </a:pPr>
            <a:r>
              <a:rPr lang="en-US" sz="2800" dirty="0"/>
              <a:t>🐋 Whaling — Attacks targeting CEOs or top executives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8" y="603190"/>
            <a:ext cx="6836591" cy="1163412"/>
          </a:xfrm>
        </p:spPr>
        <p:txBody>
          <a:bodyPr/>
          <a:lstStyle/>
          <a:p>
            <a:r>
              <a:rPr lang="en-US" dirty="0"/>
              <a:t>How to Recognize Phishing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2612570"/>
            <a:ext cx="7506063" cy="3429413"/>
          </a:xfrm>
        </p:spPr>
        <p:txBody>
          <a:bodyPr>
            <a:normAutofit/>
          </a:bodyPr>
          <a:lstStyle/>
          <a:p>
            <a:r>
              <a:rPr lang="en-US" sz="2800" dirty="0"/>
              <a:t>⚠️ Urgent language — "Act now or your     account will be closed!“</a:t>
            </a:r>
          </a:p>
          <a:p>
            <a:r>
              <a:rPr lang="en-US" sz="2800" dirty="0"/>
              <a:t>⚠️ Suspicious sender email (e.g. </a:t>
            </a:r>
            <a:r>
              <a:rPr lang="en-US" sz="2800" dirty="0">
                <a:hlinkClick r:id="rId3"/>
              </a:rPr>
              <a:t>support@paypa1.com</a:t>
            </a:r>
            <a:r>
              <a:rPr lang="en-US" sz="2800" dirty="0"/>
              <a:t>)</a:t>
            </a:r>
          </a:p>
          <a:p>
            <a:r>
              <a:rPr lang="en-US" sz="2800" dirty="0"/>
              <a:t>⚠️ Spelling mistakes in the email</a:t>
            </a:r>
          </a:p>
          <a:p>
            <a:r>
              <a:rPr lang="en-US" sz="2800" dirty="0"/>
              <a:t>⚠️ Links that don't match the real website</a:t>
            </a:r>
          </a:p>
          <a:p>
            <a:r>
              <a:rPr lang="en-US" sz="2800" dirty="0"/>
              <a:t>⚠️ Asking for passwords or bank details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77673"/>
            <a:ext cx="6400801" cy="620106"/>
          </a:xfrm>
        </p:spPr>
        <p:txBody>
          <a:bodyPr/>
          <a:lstStyle/>
          <a:p>
            <a:r>
              <a:rPr lang="en-US" dirty="0"/>
              <a:t>Real World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2303028"/>
            <a:ext cx="7413171" cy="3134385"/>
          </a:xfrm>
        </p:spPr>
        <p:txBody>
          <a:bodyPr>
            <a:noAutofit/>
          </a:bodyPr>
          <a:lstStyle/>
          <a:p>
            <a:r>
              <a:rPr lang="en-US" sz="2800" dirty="0"/>
              <a:t>Fake email pretending to be from SBI BankSays: </a:t>
            </a:r>
          </a:p>
          <a:p>
            <a:r>
              <a:rPr lang="en-US" sz="2800" dirty="0"/>
              <a:t>"Your account is suspended! Click here to verify“</a:t>
            </a:r>
          </a:p>
          <a:p>
            <a:r>
              <a:rPr lang="en-US" sz="2800" dirty="0"/>
              <a:t>Link goes to a fake website that looks real</a:t>
            </a:r>
          </a:p>
          <a:p>
            <a:r>
              <a:rPr lang="en-US" sz="2800" dirty="0"/>
              <a:t>Victim enters password → hackers steal it</a:t>
            </a:r>
          </a:p>
          <a:p>
            <a:r>
              <a:rPr lang="en-US" sz="2800" dirty="0"/>
              <a:t>Always go directly to the bank website instead!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32736"/>
            <a:ext cx="8303654" cy="685420"/>
          </a:xfrm>
        </p:spPr>
        <p:txBody>
          <a:bodyPr/>
          <a:lstStyle/>
          <a:p>
            <a:r>
              <a:rPr lang="en-US" dirty="0"/>
              <a:t>Social Engineering Tactics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4"/>
            <a:ext cx="7478486" cy="3280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😨 Fear — “Your account will be deleted!”</a:t>
            </a:r>
          </a:p>
          <a:p>
            <a:pPr marL="0" indent="0">
              <a:buNone/>
            </a:pPr>
            <a:r>
              <a:rPr lang="en-US" sz="2800" dirty="0"/>
              <a:t>🎁 Greed — “You won a prize! Claim now!”</a:t>
            </a:r>
          </a:p>
          <a:p>
            <a:pPr marL="0" indent="0">
              <a:buNone/>
            </a:pPr>
            <a:r>
              <a:rPr lang="en-US" sz="2800" dirty="0"/>
              <a:t>⏰ Urgency — “Act within 24 hours!”</a:t>
            </a:r>
          </a:p>
          <a:p>
            <a:pPr marL="0" indent="0">
              <a:buNone/>
            </a:pPr>
            <a:r>
              <a:rPr lang="en-US" sz="2800" dirty="0"/>
              <a:t>🤝 Trust — Pretending to be your boss or bank</a:t>
            </a:r>
          </a:p>
          <a:p>
            <a:pPr marL="0" indent="0">
              <a:buNone/>
            </a:pPr>
            <a:r>
              <a:rPr lang="en-US" sz="2800" dirty="0"/>
              <a:t>🧠 These tricks bypass your logical thinking!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50883"/>
            <a:ext cx="8572500" cy="1012782"/>
          </a:xfrm>
        </p:spPr>
        <p:txBody>
          <a:bodyPr/>
          <a:lstStyle/>
          <a:p>
            <a:r>
              <a:rPr lang="en-US" dirty="0"/>
              <a:t>Best Practices to Stay Safe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>
            <a:noAutofit/>
          </a:bodyPr>
          <a:lstStyle/>
          <a:p>
            <a:r>
              <a:rPr lang="en-US" sz="2800" dirty="0"/>
              <a:t>✅ Never click links in suspicious emails</a:t>
            </a:r>
          </a:p>
          <a:p>
            <a:r>
              <a:rPr lang="en-US" sz="2800" dirty="0"/>
              <a:t>✅ Always check the sender's email address carefully</a:t>
            </a:r>
          </a:p>
          <a:p>
            <a:r>
              <a:rPr lang="en-US" sz="2800" dirty="0"/>
              <a:t>✅ Use Two-Factor Authentication (2FA)</a:t>
            </a:r>
          </a:p>
          <a:p>
            <a:r>
              <a:rPr lang="en-US" sz="2800" dirty="0"/>
              <a:t>✅ Keep your browser and antivirus updated</a:t>
            </a:r>
          </a:p>
          <a:p>
            <a:r>
              <a:rPr lang="en-US" sz="2800" dirty="0"/>
              <a:t>✅ When in doubt, go directly to the official website</a:t>
            </a:r>
          </a:p>
          <a:p>
            <a:r>
              <a:rPr lang="en-US" sz="2800" dirty="0"/>
              <a:t>✅ Report phishing emails to your IT team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Quick Quiz! 🧠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9193636" cy="3704266"/>
          </a:xfrm>
        </p:spPr>
        <p:txBody>
          <a:bodyPr/>
          <a:lstStyle/>
          <a:p>
            <a:r>
              <a:rPr lang="en-US" sz="2400" dirty="0"/>
              <a:t>Q1: What is phishing?</a:t>
            </a:r>
          </a:p>
          <a:p>
            <a:r>
              <a:rPr lang="en-US" sz="2400" dirty="0"/>
              <a:t> (Answer: A cyber attack to steal information)</a:t>
            </a:r>
          </a:p>
          <a:p>
            <a:r>
              <a:rPr lang="en-US" sz="2400" dirty="0"/>
              <a:t>Q2: Which is a red flag? — Urgent language / Proper grammar </a:t>
            </a:r>
          </a:p>
          <a:p>
            <a:r>
              <a:rPr lang="en-US" sz="2400" dirty="0"/>
              <a:t>(Answer: Urgent language)</a:t>
            </a:r>
          </a:p>
          <a:p>
            <a:r>
              <a:rPr lang="en-US" sz="2400" dirty="0"/>
              <a:t>Q3: What does Smishing mean? </a:t>
            </a:r>
          </a:p>
          <a:p>
            <a:r>
              <a:rPr lang="en-US" sz="2400" dirty="0"/>
              <a:t>(Answer: Phishing via SMS)</a:t>
            </a:r>
          </a:p>
          <a:p>
            <a:r>
              <a:rPr lang="en-US" sz="2400" dirty="0"/>
              <a:t>Q4: What should you do with suspicious emails?</a:t>
            </a:r>
          </a:p>
          <a:p>
            <a:r>
              <a:rPr lang="en-US" sz="2400" dirty="0"/>
              <a:t> (Answer: Don't click, report it)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{989F63A5-E4CA-454E-A8B4-BB4FD161071F}TF8a9b5915-b8c7-461e-8cdd-693d48b5e32371f7b7e2_win32-4bf0b9a2ea37</Template>
  <TotalTime>35</TotalTime>
  <Words>430</Words>
  <Application>Microsoft Office PowerPoint</Application>
  <PresentationFormat>Widescreen</PresentationFormat>
  <Paragraphs>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Arial Narrow</vt:lpstr>
      <vt:lpstr>Bahnschrift Condensed</vt:lpstr>
      <vt:lpstr>Calibri</vt:lpstr>
      <vt:lpstr>Sabon Next LT</vt:lpstr>
      <vt:lpstr>Custom</vt:lpstr>
      <vt:lpstr>PHISHING AWARENESS TRAINING</vt:lpstr>
      <vt:lpstr>agenda</vt:lpstr>
      <vt:lpstr>Phishing awareness training</vt:lpstr>
      <vt:lpstr>What is Phishing?</vt:lpstr>
      <vt:lpstr>Types of Phishing</vt:lpstr>
      <vt:lpstr>How to Recognize Phishing</vt:lpstr>
      <vt:lpstr>Real World Example</vt:lpstr>
      <vt:lpstr>Social Engineering Tactics</vt:lpstr>
      <vt:lpstr>Best Practices to Stay Safe</vt:lpstr>
      <vt:lpstr>Quick Quiz! 🧠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monisha k</dc:creator>
  <cp:lastModifiedBy>monisha k</cp:lastModifiedBy>
  <cp:revision>1</cp:revision>
  <dcterms:created xsi:type="dcterms:W3CDTF">2026-05-30T08:24:43Z</dcterms:created>
  <dcterms:modified xsi:type="dcterms:W3CDTF">2026-05-30T08:59:51Z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